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accuracy</c:v>
                </c:pt>
              </c:strCache>
            </c:strRef>
          </c:tx>
          <c:spPr>
            <a:solidFill>
              <a:srgbClr val="7A5C9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241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5C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5C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8994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Audio only</c:v>
                  </c:pt>
                  <c:pt idx="1">
                    <c:v>Text only</c:v>
                  </c:pt>
                  <c:pt idx="2">
                    <c:v>Fusion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53.86</c:v>
                </c:pt>
                <c:pt idx="1">
                  <c:v>60.15</c:v>
                </c:pt>
                <c:pt idx="2">
                  <c:v>67.65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241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41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IEMOCAP, 4-class, speaker-independent evaluation. 67% is the fused system; audio alone reaches 54%, text alone 60%.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ambiguity case is the motivation for the whole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hypothesis is falsifiable, which is the point. Either answer is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MFCCs are byte-identical to TIM-Net's published features - verified on 12 random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849,956 parameters in both cross and self, so any difference is the mechanism.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protocol is why our numbers look lower than many published figures - and why they are trustworthy.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project's most solid finding and it answers the 'why not just speech' question with our own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well-designed test returning a negative result is still a result. Concat at 67.65 beat both attention variants.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Dataset-specific, not a blanket claim. IEMOCAP's standard protocol is honest; RAVDESS's is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accuracy is 66.3%. Live accuracy is lower - ASR transcripts, different microphone, and only four emotions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protocol finding - it is the most transferable thing we produced.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120640" cy="5120640"/>
          </a:xfrm>
          <a:prstGeom prst="ellipse">
            <a:avLst/>
          </a:prstGeom>
          <a:solidFill>
            <a:srgbClr val="3B2554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108960" cy="3108960"/>
          </a:xfrm>
          <a:prstGeom prst="ellipse">
            <a:avLst/>
          </a:prstGeom>
          <a:solidFill>
            <a:srgbClr val="3B25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&amp; Language Processing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Dual-Stream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Emotion Recognition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Fusing what was said with how it was said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800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5,531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utterances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4800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4800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67%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5349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9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accuracy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modality is not enough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F2EF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1488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i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“Oh, what a fantastic day”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971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said through tears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model reads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34290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3429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931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model hears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7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931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7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09360" y="1874520"/>
            <a:ext cx="384048" cy="384048"/>
          </a:xfrm>
          <a:prstGeom prst="ellipse">
            <a:avLst/>
          </a:prstGeom>
          <a:solidFill>
            <a:srgbClr val="7A5C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192024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83794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alone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1671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words. Cannot hear sarcasm, hesitation, or a voice about to break.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09360" y="2926080"/>
            <a:ext cx="384048" cy="384048"/>
          </a:xfrm>
          <a:prstGeom prst="ellipse">
            <a:avLst/>
          </a:prstGeom>
          <a:solidFill>
            <a:srgbClr val="7A5C9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297180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8895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alone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21868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Hears the distress. Has no idea what the conversation is actually about.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309360" y="3977640"/>
            <a:ext cx="384048" cy="384048"/>
          </a:xfrm>
          <a:prstGeom prst="ellipse">
            <a:avLst/>
          </a:prstGeom>
          <a:solidFill>
            <a:srgbClr val="E8994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09360" y="40233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94106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427024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stream covers the other's blind spot — that is the whole premise.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RESEARCH QUESTION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686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cross-attention actually help?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3B25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8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literature found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4231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Rajan et al. (ICASSP 2022) compared cross- and self-attention for audio–text fusion and found them statistically comparable. Cross-attention — the field's default — bought nothing.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57800" cy="2011680"/>
          </a:xfrm>
          <a:prstGeom prst="roundRect">
            <a:avLst>
              <a:gd name="adj" fmla="val 4545"/>
            </a:avLst>
          </a:prstGeom>
          <a:solidFill>
            <a:srgbClr val="E899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0574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B2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hypothesis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4231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2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audio branch was the weakest modality (36.5% alone). Perhaps cross-attention failed because it was fed a weak stream — give it a strong encoder and it should win.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3434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we built a system with a strong acoustic encoder and tested it.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IEMOCAP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actors, five two-person sessions, scripted and improvised. Licensed from USC — obtained by application.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2EF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5,531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utterances kept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201168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2EF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6.99 h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audio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01168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2EF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2011680"/>
            <a:ext cx="2560320" cy="1234440"/>
          </a:xfrm>
          <a:prstGeom prst="roundRect">
            <a:avLst>
              <a:gd name="adj" fmla="val 7407"/>
            </a:avLst>
          </a:prstGeom>
          <a:solidFill>
            <a:srgbClr val="F2EF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052560" y="22128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4.55 s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0" y="2761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clip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611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10,039 recordings to 5,531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776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 1,103  ·  happy 1,636  ·  neutral 1,708  ·  sad 1,084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merges hap + exc, as the literature does</a:t>
            </a:r>
            <a:endParaRPr lang="en-US" sz="13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dropped: frustrated (1,849) and no-consensus labels (2,507)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611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utterance carries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97764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606×39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3977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vocal-tract shape per frame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36168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GFCC 606×13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361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cochlea-modelled, noise-robust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7457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474573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human, all 5,531 matched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51297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+ session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51297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honest splits possible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systems, one pipeline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603504" cy="603504"/>
          </a:xfrm>
          <a:prstGeom prst="ellipse">
            <a:avLst/>
          </a:prstGeom>
          <a:solidFill>
            <a:srgbClr val="7A5C9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10512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7099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74650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IEMOCAP into aligned audio, text and labels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603504" cy="603504"/>
          </a:xfrm>
          <a:prstGeom prst="ellipse">
            <a:avLst/>
          </a:prstGeom>
          <a:solidFill>
            <a:srgbClr val="7A5C9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770632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700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Acoustic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70662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TIM-Net encoder (ICASSP 2023) over MFCC + GFCC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611880"/>
            <a:ext cx="603504" cy="603504"/>
          </a:xfrm>
          <a:prstGeom prst="ellipse">
            <a:avLst/>
          </a:prstGeom>
          <a:solidFill>
            <a:srgbClr val="7A5C9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730752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6301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66674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+ bidirectional GRU over the transcript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572000"/>
            <a:ext cx="603504" cy="603504"/>
          </a:xfrm>
          <a:prstGeom prst="ellipse">
            <a:avLst/>
          </a:prstGeom>
          <a:solidFill>
            <a:srgbClr val="E899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690872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59028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462686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 vs self-attention — identical parameter counts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" y="5532120"/>
            <a:ext cx="603504" cy="603504"/>
          </a:xfrm>
          <a:prstGeom prst="ellipse">
            <a:avLst/>
          </a:prstGeom>
          <a:solidFill>
            <a:srgbClr val="7A5C9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650992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550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55869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ASR + live Gradio demo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4008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 is where the experiment lives — cross and self differ only in wiring, not capacity.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Speaker-independent, always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session's two speakers appear nowhere else. Hold out a session and you hold out two unseen voices.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4924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49640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468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148840" y="2377440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E899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14884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49040" y="2377440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74904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49240" y="2377440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4924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49440" y="2377440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4944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549640" y="2377440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49640" y="24780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0358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48840" y="2944368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148840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49040" y="2944368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E899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749040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49240" y="2944368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349240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49440" y="2944368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49440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549640" y="2944368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49640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36027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148840" y="3511296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14884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749040" y="3511296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74904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349240" y="3511296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E899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34924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949440" y="3511296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94944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549640" y="3511296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54964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41696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4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2148840" y="4078224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2148840" y="4178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749040" y="4078224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3749040" y="4178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349240" y="4078224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349240" y="4178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949440" y="4078224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E8994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949440" y="4178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549640" y="4078224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549640" y="4178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685800" y="47365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5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2148840" y="4645152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2148840" y="4745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749040" y="4645152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3749040" y="4745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5349240" y="4645152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5349240" y="4745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6949440" y="4645152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F2EFF4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949440" y="4745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8549640" y="4645152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E8994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549640" y="4745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65" name="Text 63"/>
          <p:cNvSpPr txBox="1"/>
          <p:nvPr/>
        </p:nvSpPr>
        <p:spPr>
          <a:xfrm>
            <a:off x="685800" y="55321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uses a different session again, so early stopping never sees the test set.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clearly wins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737360"/>
          <a:ext cx="64922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920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606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over the better single stream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0" y="32918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7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977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over audio alone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4709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the stronger single modality — matching the literature. Chance is 25%.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Cross-attention buys nothing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555480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10789920" cy="713232"/>
          </a:xfrm>
          <a:prstGeom prst="roundRect">
            <a:avLst>
              <a:gd name="adj" fmla="val 8974"/>
            </a:avLst>
          </a:prstGeom>
          <a:solidFill>
            <a:srgbClr val="F2EF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441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MFCC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441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66.06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2441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66.08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680960" y="2441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555480" y="24414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108960"/>
            <a:ext cx="10789920" cy="713232"/>
          </a:xfrm>
          <a:prstGeom prst="roundRect">
            <a:avLst>
              <a:gd name="adj" fmla="val 8974"/>
            </a:avLst>
          </a:prstGeom>
          <a:solidFill>
            <a:srgbClr val="F2EF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310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MFCC + GFCC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67.22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66.28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+0.94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555480" y="331012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0.702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" y="416052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24173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389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Statistically comparable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800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configuration. We replicated Rajan et al. under a different task, a different architecture and different features.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17920" y="4160520"/>
            <a:ext cx="5257800" cy="1691640"/>
          </a:xfrm>
          <a:prstGeom prst="roundRect">
            <a:avLst>
              <a:gd name="adj" fmla="val 5405"/>
            </a:avLst>
          </a:prstGeom>
          <a:solidFill>
            <a:srgbClr val="F2EFF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37960" y="4389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5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hypothesis was wrong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6537960" y="48006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audio stream did not rescue cross-attention. GFCC added +1.16 (p = 0.65). Plain concatenation actually scored highest.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published accuracy comes from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813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features. Same model. Same hyperparameters. Only the train/test split changed.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52044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Speaker-independent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915400" y="2011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RAVDESS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+20.5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IEMOCAP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64.06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1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56.09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3108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3931920"/>
            <a:ext cx="10789920" cy="1920240"/>
          </a:xfrm>
          <a:prstGeom prst="roundRect">
            <a:avLst>
              <a:gd name="adj" fmla="val 4762"/>
            </a:avLst>
          </a:prstGeom>
          <a:solidFill>
            <a:srgbClr val="24173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cause was not speaker overlap — it was duplicate recordings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572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RAVDESS records every condition twice. A clip resembles its own retake 5× more than it resembles another speaker showing the same emotion (0.600 vs 0.128 cosine). A random split lets a model memorise recordings instead of learning emotion.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315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8132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5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or upload speech. Whisper transcribes it, features are extracted with training-identical settings, and all three streams predict side by side.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22860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2EF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514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only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0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204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2EF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0" y="2514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880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NEUTRAL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5204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45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092440" y="22860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2417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92440" y="25146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2880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35204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F7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4434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241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label: sad.  Both single streams were wrong — fusion was right.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983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8A81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twelve-clip sample, eleven showed the streams disagreeing. Typing the transcript bypasses ASR, so the effect of recognition errors is visible live.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4937760"/>
            <a:ext cx="4206240" cy="4206240"/>
          </a:xfrm>
          <a:prstGeom prst="ellipse">
            <a:avLst/>
          </a:prstGeom>
          <a:solidFill>
            <a:srgbClr val="3B255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058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results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13055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Fusion works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49631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streams beat the better one by 7 points and the weaker by 14. The premise holds.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336499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does not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373075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≈ self ≈ plain concatenation. We replicated a published null result under new conditions — and our own hypothesis failed.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17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459943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 matters more than architecture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4965192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split inflates accuracy by ~20 points on acted corpora. We traced it to duplicate recordings.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035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8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IEMOCAP · 4-class · leave-one-session-out · seed 0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2026-08-31T03:49:42Z</dcterms:created>
  <dcterms:modified xsi:type="dcterms:W3CDTF">2026-08-31T03:49:42Z</dcterms:modified>
</cp:coreProperties>
</file>